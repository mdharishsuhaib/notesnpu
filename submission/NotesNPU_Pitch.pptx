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Segoe UI"/>
              </a:rPr>
              <a:t>NotesNPU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DDDE3"/>
                </a:solidFill>
                <a:latin typeface="Segoe UI"/>
              </a:rPr>
              <a:t>Private, offline AI lecture &amp; meeting copilot - accelerated by the Snapdragon NPU on HP PCs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41E2B"/>
                </a:solidFill>
                <a:latin typeface="Segoe UI"/>
              </a:rPr>
              <a:t>Qualcomm AI Hub Whisper on the Hexagon NPU  +  on-device LLM  |  100%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BBC4"/>
                </a:solidFill>
                <a:latin typeface="Segoe UI"/>
              </a:rPr>
              <a:t>Mohammed Haris Suhaib M  |  Snapdragon AI Lab Build &amp; Present Challenge 2026</a:t>
            </a:r>
          </a:p>
          <a:p>
            <a:pPr algn="l"/>
            <a:r>
              <a:rPr sz="1600" b="0">
                <a:solidFill>
                  <a:srgbClr val="BBBBC4"/>
                </a:solidFill>
                <a:latin typeface="Segoe UI"/>
              </a:rPr>
              <a:t>https://github.com/mdharishsuhaib/NotesNPU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Taking notes while learning is broken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Indian students attend 25-30 hours of lectures a week, often in fast, code-mixed Hindi-English, and struggle to take notes and listen at the same time.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Cloud transcription tools (Otter, Fireflies, cloud Copilots) upload sensitive classroom and meeting audio to third-party servers.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They need reliable internet and paid subscriptions, which are hard to get in hostels, tier-2/3 colleges, trains and field work.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Running AI on the CPU drains the battery and heats the laptop, so it can't run through a whole day of classes.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64592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7373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25-30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423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lectures / week per student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320040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3291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bytes of audio should leave the laptop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475488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8463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1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5532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battery needed for back-to-back classes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NotesNPU: your private AI note-taker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Record or upload a lecture and get a timestamped transcript, fully on-device, even in airplane mode.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Qualcomm AI Hub Whisper runs on the Hexagon NPU via ONNX Runtime QNN EP, leaving the CPU free and saving battery.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A local LLM (Phi-3.5-mini INT4) generates a summary, structured notes, flashcards, a quiz and answers questions.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Auto-extracts action items and deadlines ('exam next Monday', 'read chapter 6').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Supports 10+ Indian languages, with Hindi lecture to English notes translation in the same pass.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60020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673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Upload or record; pause-aware 30 s chunking; timestamps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60020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82328" y="1673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Live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2328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Mic streaming, text every ~8 s, on-device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8892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8620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Translate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Hindi / Tamil / Telugu / Bengali... to English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278892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8620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Study 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2328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Summary, key concepts, detailed notes, deadlines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977639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405079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Revise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43891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Flashcards and 5-question MCQ quiz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3977639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2328" y="405079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Ask the lecture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43891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Grounded Q&amp;A chat on your transcript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516636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52395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One-click Markdown notes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600" y="516636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82328" y="52395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Benchmark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Built-in NPU vs CPU performance panel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Live demo: lecture in, study notes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4</a:t>
            </a:r>
          </a:p>
        </p:txBody>
      </p:sp>
      <p:pic>
        <p:nvPicPr>
          <p:cNvPr id="7" name="Picture 6" descr="tran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29340" cy="4480560"/>
          </a:xfrm>
          <a:prstGeom prst="rect">
            <a:avLst/>
          </a:prstGeom>
        </p:spPr>
      </p:pic>
      <p:pic>
        <p:nvPicPr>
          <p:cNvPr id="8" name="Picture 7" descr="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2300" y="1371600"/>
            <a:ext cx="462934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1. Load or record a lecture   &gt;   2. Transcribe on-device (NPU)   &gt;   3. Summary / notes / flashcards / quiz   &gt;   4. Ask &amp;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Architecture: everything runs on the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mic / file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16 kHz mono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04288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87168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Chunker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pause-aware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&lt;=30 s + silence gate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42816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737360" cy="1554480"/>
          </a:xfrm>
          <a:prstGeom prst="round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Whisper encoder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AI Hub QNN ONNX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Hexagon NPU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81344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64224" y="1828800"/>
            <a:ext cx="1737360" cy="1554480"/>
          </a:xfrm>
          <a:prstGeom prst="round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Whisper decoder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KV-cache, 200 slots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Hexagon NPU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19872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02752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Phi-3.5-mini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INT4, onnxruntime-genai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58400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41280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Study outputs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summary, notes,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quiz, Q&amp;A,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40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ONNX Runtime QNN Execution Provider (plugin EP, HTP backend, burst perf mode) runs AI Hub precompiled context binaries, so there is no on-device compile.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Encoder emits cross-attention KV caches directly; the fixed-shape decoder loop feeds self-attention caches back, so every step stays on the NPU.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Robust by design: NPU to CPU to extractive fallback chain, repetition guard, silence gating, head+tail context fitting for long lectures.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AI MODELS &amp;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Why the Snapdragon NPU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2377440"/>
                <a:gridCol w="33832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Task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Runtime / hardware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Speech-to-text (NPU)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Whisper-Base, precompiled QNN ONNX FP16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Qualcomm AI Hub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 Runtime + QNN EP (HTP) on the Hexagon NPU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Speech-to-text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Whisper-Base ONNX (INT8 decoder)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Hugging Face onnx-community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 Runtime CPU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Study assistant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Phi-3.5-mini-instruct INT4 AWQ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Microsoft (Hugging Face)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onnxruntime-genai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4290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Whisper encoder = dense transformer over 1500 frames, a good fit for the Hexagon HTP's FP16 tensor engines (measured: 45.5 ms per 30 s of audio on X Elite).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AI Hub precompiled context binaries: no on-device compile, instant start-up.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Fixed-shape KV-cache decoder (200 slots) keeps every step on the NPU (3.8 ms/token).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NPU does the speech, so the Oryon CPU stays free for the LLM and UI and live mode never stutters.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Low-power NPU inference means a full day of lectures on battery, quiet and cool.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BENCHMARKS (WHISPER-BASE, 85 S LECTURE)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Performance: measured on a real Snapdragon NPU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011680"/>
                <a:gridCol w="210312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Device / backend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Speed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Encoder per 30 s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Decoder per token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Snapdragon X Elite, Oryon CPU (measured on Qualcomm AI Hub)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~14x real time (~6.1 s)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1286 ms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9.1 ms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Snapdragon X Elite, Hexagon NPU (measured on Qualcomm AI Hub)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~80x real time (~1.1 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45.5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3.8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NPU speed-up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~5.7x end to end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28.3x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2.4x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2286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Measured on a real Snapdragon X Elite (Qualcomm AI Hub hosted device): encoder 45.5 ms per 30 s of audio, decoder 3.8 ms per token.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100% of ops on the NPU: 556 encoder ops + 975 decoder ops on the Hexagon HTP, none on the CPU; peak memory 34 MB / 60 MB.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Accuracy: NPU (FP16) encoder output matches the FP32 CPU reference with cosine similarity 0.999, and gives an identical, correct transcript of the sample lecture.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The 85 s sample lecture takes ~1.1 s on the NPU vs ~6.1 s on the same Snapdragon X Elite's Oryon CPU.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USE CASE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Who it 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Students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50876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916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Focus on understanding, not scribbling; revise with auto flashcards and quizzes.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00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Accessibility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246888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Live captions for deaf and hard-of-hearing learners; notes for students with dyslexia or ADHD.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301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Regional language learners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42900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36118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Hindi / regional lectures turned into English notes, bridging the medium-of-instruction gap.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02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Professionals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438912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4572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Confidential meetings summarised with action items, and nothing is uploaded.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4924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504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Teachers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534924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553212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Publish lecture notes and question banks from their own recordings.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READY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One-click setup.bat / run.bat: detects Snapdragon, installs native ARM64 deps, downloads AI Hub models.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Runs as a local web app on 127.0.0.1, with offline mode enforced (HF_HUB_OFFLINE, no analytics).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Automatic fallback: NPU to CPU to extractive engine, so it works on every Windows PC.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Light install (-NoLLM, ~300 MB) for low-storage laptops.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Open source (MIT) on GitHub, with CLI tools for transcription and benchmarking.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554480"/>
            <a:ext cx="4114800" cy="393192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73736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git clone &lt;repo&gt;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cd notesnpu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setup.bat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run.bat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Opens http://127.0.0.1:7860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Works offline after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LLM on the NPU: AI Hub Llama-3.2-3B / Phi-3.5 QNN binaries via Genie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Speaker diarisation for meetings (who said what)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Slide / whiteboard capture with on-device OCR, linked to the timeline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Semantic search across a semester of lectures (on-device embeddings)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MSIX installer on the Microsoft Store; HP AI Companion integration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DDDDE3"/>
                </a:solidFill>
                <a:latin typeface="Segoe UI"/>
              </a:rPr>
              <a:t>NotesNPU: learn more, write less, and keep it on your PC.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C4"/>
                </a:solidFill>
                <a:latin typeface="Segoe UI"/>
              </a:rPr>
              <a:t>https://github.com/mdharishsuhaib/NotesNPU</a:t>
            </a:r>
          </a:p>
          <a:p>
            <a:pPr algn="l"/>
            <a:r>
              <a:rPr sz="1800" b="0">
                <a:solidFill>
                  <a:srgbClr val="BBBBC4"/>
                </a:solidFill>
                <a:latin typeface="Segoe UI"/>
              </a:rPr>
              <a:t>Mohammed Haris Suhaib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NotesNPU - pitch deck</dc:title>
  <dc:subject>Private, offline AI lecture &amp; meeting copilot - accelerated by the Snapdragon NPU on HP PCs</dc:subject>
  <dc:creator>Mohammed Haris Suhaib M</dc:creator>
  <cp:keywords>Snapdragon, NPU, Qualcomm AI Hub, Whisper</cp:keywords>
  <dc:description/>
  <cp:lastModifiedBy>Mohammed Haris Suhaib M</cp:lastModifiedBy>
  <cp:revision>1</cp:revision>
  <dcterms:created xsi:type="dcterms:W3CDTF">2013-01-27T09:14:16Z</dcterms:created>
  <dcterms:modified xsi:type="dcterms:W3CDTF">2013-01-27T09:15:58Z</dcterms:modified>
  <cp:category/>
</cp:coreProperties>
</file>